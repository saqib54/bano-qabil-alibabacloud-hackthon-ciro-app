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292608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CIRO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4572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EA5E9"/>
                </a:solidFill>
                <a:latin typeface="Calibri"/>
              </a:rPr>
              <a:t>Crisis Intelligence &amp; Response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Secure  ·  Connected  ·  Human-led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1E42"/>
                </a:solidFill>
                <a:latin typeface="Calibri"/>
              </a:rPr>
              <a:t>Saqib Azair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A5E9"/>
                </a:solidFill>
                <a:latin typeface="Calibri"/>
              </a:rPr>
              <a:t>Alibaba Cloud x Bano Qabil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ciroquick.netlify.app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20040"/>
            <a:ext cx="1371600" cy="1097280"/>
          </a:xfrm>
          <a:prstGeom prst="roundRect">
            <a:avLst/>
          </a:prstGeom>
          <a:solidFill>
            <a:srgbClr val="1A3A6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114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96011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EA5E9"/>
                </a:solidFill>
                <a:latin typeface="Calibri"/>
              </a:rPr>
              <a:t>AI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44200" y="320040"/>
            <a:ext cx="1371600" cy="1097280"/>
          </a:xfrm>
          <a:prstGeom prst="roundRect">
            <a:avLst/>
          </a:prstGeom>
          <a:solidFill>
            <a:srgbClr val="1A3A6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4114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&lt; 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96011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EA5E9"/>
                </a:solidFill>
                <a:latin typeface="Calibri"/>
              </a:rPr>
              <a:t>Triage Speed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1371600" cy="1097280"/>
          </a:xfrm>
          <a:prstGeom prst="roundRect">
            <a:avLst/>
          </a:prstGeom>
          <a:solidFill>
            <a:srgbClr val="1A3A6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EA5E9"/>
                </a:solidFill>
                <a:latin typeface="Calibri"/>
              </a:rPr>
              <a:t>API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1554480"/>
            <a:ext cx="1371600" cy="1097280"/>
          </a:xfrm>
          <a:prstGeom prst="roundRect">
            <a:avLst/>
          </a:prstGeom>
          <a:solidFill>
            <a:srgbClr val="1A3A6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EA5E9"/>
                </a:solidFill>
                <a:latin typeface="Calibri"/>
              </a:rPr>
              <a:t>Platforms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Pakistan's emergency response system leaves lives at risk every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Reporting Takes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Phone calls with language barriers and vague locations; critical response windows lost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Control Rooms Overwhelmed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Spam, fake, and duplicate reports flood dispatchers; real emergencies buried in noise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97180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7180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Zero Citizen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"Report filed" — then silence. Citizens panic, call again, create more duplicates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97180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97180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Language Exclusion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English-first systems exclude Urdu and Roman Urdu speakers in crisis moments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75488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No AI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Responders dispatched on unverified, contextless raw data — inefficient and unsafe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754880"/>
            <a:ext cx="56235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75488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No Accountability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No audit trail for dispatch decisions; no way to measure or improve response times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In an emergency, every second of verification delay costs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AI-verified, human-approved emergency response 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188720"/>
            <a:ext cx="2743200" cy="384048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88720"/>
            <a:ext cx="27432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207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Citizen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Voice / Photo / GPS
Urdu, Roman Urdu, English
Any device, any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EA5E9"/>
                </a:solidFill>
                <a:latin typeface="Calibri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188720"/>
            <a:ext cx="2743200" cy="384048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54680" y="1188720"/>
            <a:ext cx="27432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207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664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AI Verifies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10 agents in &lt; 5 seconds
Spam, Geo, Satellite, Dedup
Confidence scored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EA5E9"/>
                </a:solidFill>
                <a:latin typeface="Calibri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188720"/>
            <a:ext cx="2743200" cy="384048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188720"/>
            <a:ext cx="27432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207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664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Human Approves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Dispatcher reviews AI verdict
Copilot summary + trace view
One-click approve or 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EA5E9"/>
                </a:solidFill>
                <a:latin typeface="Calibri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188720"/>
            <a:ext cx="2743200" cy="384048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1188720"/>
            <a:ext cx="27432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207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664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E42"/>
                </a:solidFill>
                <a:latin typeface="Calibri"/>
              </a:rPr>
              <a:t>Team Dispatched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SmartDispatch assigns team
Real-time ETA to citizen
Responder gets full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12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Real-time WebSocket updates to citizen after every status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212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3 languages: Urdu, English, Roman Urdu — runtime switch, no reload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623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Web + Android APK + iOS from one React codebase (Capacitor 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23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Full audit trail — every AI verdict and dispatch decision logged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10-Agent AI Triage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Deterministic, explainable, auditable — complete in &lt; 5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115568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15568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15568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3441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59105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Normalises report; classifies category; pre-scores severity using Qwen with deterministic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19456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194560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194560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231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2677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SpamGuard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670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Heuristic spam scoring; score &gt;= 40 gates auto-actions; &gt;= 60 forces human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273552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273552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273552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50215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46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GeoScout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490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Validates coordinates within Pakistan bounds; reverse-geocodes to named region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352544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352544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352544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581144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256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SatelliteScout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2803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Simulates FIRMS/Sentinel-1 signal for fire, flood, landslide; +/- confidence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5431536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5431536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431536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660136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04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DedupGuard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907023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Finds same category within ~1 km and 24 h; links to master incident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1115568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115568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115568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13441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Corroborator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159105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Independent nearby reports raise (not lower) confidence score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219456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194560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194560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4231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22677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VerdictEngine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2670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Produces composite verdict: AUTO_VERIFIED, NEEDS_REVIEW, DUPLICATE, LOW_CONFIDENCE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273552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273552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273552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50215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3346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GeoImpact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37490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Computes impact zone: sector (fire/gas), corridor (flood/accident), private (medical)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352544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4352544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4352544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4581144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44256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SmartDispatch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82803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Suggests team from TEAM_MATRIX; estimates ETA by distance + severity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5431536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7920" y="5431536"/>
            <a:ext cx="56692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5431536"/>
            <a:ext cx="50292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5660136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5504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E42"/>
                </a:solidFill>
                <a:latin typeface="Calibri"/>
              </a:rPr>
              <a:t>Copilot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12280" y="5907023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Writes 3-line plain-language dispatcher summary with all key facts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6455664"/>
            <a:ext cx="11731752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473952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Calibri"/>
              </a:rPr>
              <a:t>Human Approval Gate: AI recommends only. A dispatcher must approve before any team is dispatched. Every decision is audit-logged.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React 18 SPA + Express API + SQLite + WebSocket + Capacitor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43000"/>
          <a:ext cx="11704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658368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React 18 + Vite 5 + 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Zustand (state) + TanStack Query (server cache) + Leaflet (maps)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Node.js 20 + Express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82 REST endpoints + WebSocket hub; strict layer separation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SQLite via better-sqlite3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WAL mode; 18 tables; auto-migrate + conditional seed on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AI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Deterministic 10-agent pipeline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Qwen (DashScope) inference + complete rule-based fallback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JWT rotation + Firebase ID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Access 15 min / refresh 7 days; x509 RS256 Google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Realtime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ws WebSocket library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sendToUser, broadcastToRole, broadcastToAll; JWT handshake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Capacitor 8 (Android + 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Same React codebase; native plugins for camera, GPS, microphone, Google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Netlify (web) + Railway (API)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Git-push auto-deploy; runtime-config.json for zero-rebuild API switching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Alibaba Cloud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ECS (API) + DirectMail (OTP) + OSS (uploads) + ApsaraDB RDS — config-only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Alibaba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CIRO is architecturally ready — one config change, not a rewrite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188720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88720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API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pm2 + nginx; network and security groups already provisioned via CLI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188720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DirectMail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OTP Email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03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SMTP drop-in replacement; mailer service is provider-agnostic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188720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188720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Media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03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Incident photo and evidence uploads at scale; adapter already coded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3749039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749039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ApsaraDB 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519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Scale-out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MySQL/PostgreSQL when SQLite outgrows a single node; repository pattern makes swap easy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749039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3749039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Alibaba CDN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519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Web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6634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Fast content delivery for the React SPA globally; Netlify -&gt; Alibaba CDN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749039"/>
            <a:ext cx="3749039" cy="24231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3749039"/>
            <a:ext cx="3749039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PAI / Qwen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519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E42"/>
                </a:solidFill>
                <a:latin typeface="Calibri"/>
              </a:rPr>
              <a:t>AI Extension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Future satellite signal models and NLP enhancement via DashScope (DASHSCOPE_API_KEY ready)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Moving from Railway to Alibaba Cloud ECS = update runtime-config.json. Zero frontend rebuild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CIRO is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Comparison with typical emergency response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43000"/>
          <a:ext cx="117043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937760"/>
              </a:tblGrid>
              <a:tr h="4987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Typical Emergency Apps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CIRO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Manual triage or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10-agent AI chain — &lt; 5 s, explainable, auditable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Trust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AI autopilot OR humans overwhelmed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AI recommends; human dispatcher approves — audit-logged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English-first, excludes Urdu speakers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Urdu / Roman Urdu / English — native voice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 Feedback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"Report filed" then silence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Live timeline: status, team, ETA via WebSocket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Spam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Post-hoc manual cleanup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SpamGuard + DedupGuard filter in-pipeline before human sees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Medical Privacy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Impact details often public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Team-only zones; affected count hidden; by design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Platform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Web only OR native app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Web + Android APK + iOS from one React codebase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Black box AI verdict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Per-agent trace view for every single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Satellite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Not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SatelliteScout: fire/flood/landslide signal adjusts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77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Minimal or none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Every dispatch, rejection, and override: actor, before/after, timestamp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Measured outcomes and what changes when CIRO is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43000"/>
          <a:ext cx="1170432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438912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 Delivered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Measurable / Verified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Report in Urdu by voice in under 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Voice-to-Report autofill &lt; 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Instant safety guidance on every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Safety reply latency &lt; 1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Live ETA and team dispatch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WebSocket push &lt; 300 ms from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Responders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Only verified, de-duplicated, context-rich assignments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SpamGuard + DedupGuard filter noise before dispatch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Responders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Copilot summary, impact zone, suggested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Per-agent trace + copilot on every assignment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Command Centers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AI-scored decision queues — not raw call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Confidence %, satellite signal, population estimate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Command Centers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Hotspot forecasting to pre-position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 km grid risk score from historical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Command Centers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Tamper-evident audit trail for every decision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actor, action, before/after values, timestamp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6446520"/>
            <a:ext cx="11731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A5E9"/>
                </a:solidFill>
                <a:latin typeface="Calibri"/>
              </a:rPr>
              <a:t>82 endpoints  |  34 screens  |  3 portals  |  10 AI agents  |  14 incident states  |  &lt; 5 s triage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3 minutes  |  6 scenes  |  3 portals  |  real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EA5E9"/>
                </a:solidFill>
                <a:latin typeface="Calibri"/>
              </a:rPr>
              <a:t>Saqib Azair  |  Alibaba Cloud x Bano Qabil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93408"/>
            <a:ext cx="1161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569"/>
                </a:solidFill>
                <a:latin typeface="Calibri"/>
              </a:rPr>
              <a:t>https://ciroquick.netlify.app  |  github.com/saqib54/Bano-Qabil-AlibabaCloud-Hackthon-CIRO-APP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43000"/>
          <a:ext cx="11750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88720"/>
                <a:gridCol w="1737360"/>
                <a:gridCol w="3383280"/>
                <a:gridCol w="5029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Portal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Scene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Show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Line</a:t>
                      </a:r>
                    </a:p>
                  </a:txBody>
                  <a:tcPr>
                    <a:solidFill>
                      <a:srgbClr val="0A1E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Google OAuth or Email OTP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"Three auth modes — passwordless OTP included"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Voice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Tap mic, speak Urdu, see autofill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"AI fills the form from your voice in real time"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Submit + Safety 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Incident INC-#### created &lt; 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"Triage completed in under 5 seconds"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AI Decision Center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Confidence %, copilot, approve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"One-click dispatch — full audit trail"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Assignment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Responder dashboard, context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"Only verified, de-duplicated assignments"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Citizen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My Reports Timeline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Live status: EN_ROUTE, ON_SCENE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"No more silence — live ETA from your phone"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28600" y="6400800"/>
            <a:ext cx="11731752" cy="2560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2823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E42"/>
                </a:solidFill>
                <a:latin typeface="Calibri"/>
              </a:rPr>
              <a:t>citizen@ciro.demo / Ciro@1234     |     msaqibali433@gmail.com / saqib@23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A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CIRO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EA5E9"/>
                </a:solidFill>
                <a:latin typeface="Calibri"/>
              </a:rPr>
              <a:t>Crisis Intelligence &amp; Response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Secure  ·  Connected  ·  Human-led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Presented by  Saqib Azair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22860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E42"/>
                </a:solidFill>
                <a:latin typeface="Calibri"/>
              </a:rPr>
              <a:t>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8862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A5E9"/>
                </a:solidFill>
                <a:latin typeface="Calibri"/>
              </a:rPr>
              <a:t>https://ciroquick.netlify.app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61688"/>
            <a:ext cx="22860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E42"/>
                </a:solidFill>
                <a:latin typeface="Calibri"/>
              </a:rPr>
              <a:t>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4531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A5E9"/>
                </a:solidFill>
                <a:latin typeface="Calibri"/>
              </a:rPr>
              <a:t>https://bano-qabil-alibabacloud-hackthon-ciro-app-production.up.railway.app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28616"/>
            <a:ext cx="22860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00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E42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0200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A5E9"/>
                </a:solidFill>
                <a:latin typeface="Calibri"/>
              </a:rPr>
              <a:t>github.com/saqib54/Bano-Qabil-AlibabaCloud-Hackthon-CIRO-APP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95544"/>
            <a:ext cx="22860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58698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E42"/>
                </a:solidFill>
                <a:latin typeface="Calibri"/>
              </a:rPr>
              <a:t>Android APK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58698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A5E9"/>
                </a:solidFill>
                <a:latin typeface="Calibri"/>
              </a:rPr>
              <a:t>client/android/app/build/outputs/apk/debug/app-debug.apk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E42"/>
                </a:solidFill>
                <a:latin typeface="Calibri"/>
              </a:rPr>
              <a:t>Thank you — Questions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